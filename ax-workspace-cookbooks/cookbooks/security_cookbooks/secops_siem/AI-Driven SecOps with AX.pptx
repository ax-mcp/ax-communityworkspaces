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cd5f-f932-8adc-8000-000019f98ac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cd6d-9852-83af-8000-0000e18b746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cd71-ecb2-8d7c-8000-00005e12167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cd6e-ecc2-808c-8000-00007a818e9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cd78-66d2-89d6-8000-0000357c47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cd6c-e0e2-8313-8000-0000fc2ea1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cd85-a8f2-8d7e-8000-0000feab11e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cd85-b122-83e3-8000-0000d0c5b8d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cd8b-1bd2-8a9f-8000-0000199a65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cd8c-06a2-84d3-8000-0000cc3823b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cd8a-a382-872a-8000-0000ed252e7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cd95-8f02-8362-8000-0000d4ecffc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cd99-b6d2-8178-8000-000099be1f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cd97-5742-81ad-8000-000040efa3e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cd97-0622-8a54-8000-0000afd4c8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ecd9e-bc12-88c2-8000-0000c4b7893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AI-Driven SecOps with AX</dc:title>
  <dc:subject>AI-Driven SecOps with AX</dc:subject>
  <dc:creator>Kimi</dc:creator>
  <cp:lastModifiedBy>Kimi</cp:lastModifiedBy>
  <cp:revision>1</cp:revision>
  <dcterms:created xsi:type="dcterms:W3CDTF">2025-12-05T04:58:43Z</dcterms:created>
  <dcterms:modified xsi:type="dcterms:W3CDTF">2025-12-05T04:58:43Z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{"Label":"AI-Driven SecOps with AX","ContentProducer":"001191110108MACG2KBH8F10000","ProduceID":"d4p673nftae4rms4u9j0","ReservedCode1":"","ContentPropagator":"001191110108MACG2KBH8F20000","PropagateID":"d4p673nftae4rms4u9j0","ReservedCode2":""}</vt:lpwstr>
  </property>
</Properties>
</file>